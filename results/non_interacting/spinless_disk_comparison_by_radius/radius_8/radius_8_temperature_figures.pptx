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R=8, V=197, N=99, GCE tuned to &lt;N&gt;=99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034741" cy="3210559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034741" cy="3210559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034741" cy="3210559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034741" cy="32105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