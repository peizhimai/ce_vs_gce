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R=12, V=441, N=221, GCE tuned to &lt;N&gt;=221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144192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144192" cy="325936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144192" cy="322326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144192" cy="325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