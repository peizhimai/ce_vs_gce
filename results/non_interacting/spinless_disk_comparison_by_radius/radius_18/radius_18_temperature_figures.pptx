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R=18, V=1009, N=505, GCE tuned to &lt;N&gt;=505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200945" cy="3210560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200945" cy="3258820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200945" cy="3258820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200945" cy="325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