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99" y="25400"/>
            <a:ext cx="11175999" cy="355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800" b="0"/>
              <a:t>Disk, OBC, R=14, V=613, N=307, GCE tuned to &lt;N&gt;=307</a:t>
            </a:r>
          </a:p>
        </p:txBody>
      </p:sp>
      <p:pic>
        <p:nvPicPr>
          <p:cNvPr id="3" name="Picture 2" descr="energy_v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49" y="368300"/>
            <a:ext cx="5144192" cy="3210560"/>
          </a:xfrm>
          <a:prstGeom prst="rect">
            <a:avLst/>
          </a:prstGeom>
        </p:spPr>
      </p:pic>
      <p:pic>
        <p:nvPicPr>
          <p:cNvPr id="4" name="Picture 3" descr="specific_heat_vs_temp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349" y="368300"/>
            <a:ext cx="5144192" cy="3259360"/>
          </a:xfrm>
          <a:prstGeom prst="rect">
            <a:avLst/>
          </a:prstGeom>
        </p:spPr>
      </p:pic>
      <p:pic>
        <p:nvPicPr>
          <p:cNvPr id="5" name="Picture 4" descr="compressibility_vs_temper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49" y="3556000"/>
            <a:ext cx="5144192" cy="3259360"/>
          </a:xfrm>
          <a:prstGeom prst="rect">
            <a:avLst/>
          </a:prstGeom>
        </p:spPr>
      </p:pic>
      <p:pic>
        <p:nvPicPr>
          <p:cNvPr id="6" name="Picture 5" descr="entropy_vs_tempera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349" y="3556000"/>
            <a:ext cx="5144192" cy="3259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