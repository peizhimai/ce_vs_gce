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R=10, V=317, N=159, GCE tuned to &lt;N&gt;=159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144192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144192" cy="3259360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144192" cy="3259360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144192" cy="325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