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4" r:id="rId3"/>
    <p:sldId id="257" r:id="rId4"/>
    <p:sldId id="259" r:id="rId5"/>
    <p:sldId id="260" r:id="rId6"/>
    <p:sldId id="265" r:id="rId7"/>
    <p:sldId id="270" r:id="rId8"/>
    <p:sldId id="268" r:id="rId9"/>
    <p:sldId id="269" r:id="rId10"/>
    <p:sldId id="266" r:id="rId11"/>
    <p:sldId id="267" r:id="rId12"/>
    <p:sldId id="261" r:id="rId13"/>
    <p:sldId id="262" r:id="rId14"/>
    <p:sldId id="26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11"/>
    <p:restoredTop sz="94703"/>
  </p:normalViewPr>
  <p:slideViewPr>
    <p:cSldViewPr snapToGrid="0">
      <p:cViewPr>
        <p:scale>
          <a:sx n="133" d="100"/>
          <a:sy n="133" d="100"/>
        </p:scale>
        <p:origin x="-192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68FCE-3892-A0F8-788F-47C1F82958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363D61-62E6-4C8E-672B-00EE1FAECA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576116-2140-85DF-7CD5-164D86ECB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BEECB-B54C-A24D-A92A-EC66BD45936E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3FC765-301D-C8CA-CD1B-1CC4FAB48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85AD9F-FA15-586E-A90C-A81E930E9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43781-5661-A54C-81F0-36CE71E9F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814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83E99-A360-CC82-C17A-3B0CAD519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10A13-EA8F-43BC-6CFB-99739826B8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DC9BB7-7904-EB04-A5F0-85C976706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BEECB-B54C-A24D-A92A-EC66BD45936E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E0D5A5-EE98-D7A9-B72A-4F8EE37EB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23AB23-5EF5-F5AB-5043-20B3D01C1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43781-5661-A54C-81F0-36CE71E9F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738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B3DDA-D25C-ADF6-F0DA-23A6755DC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8762E8-5430-99CF-E76C-3804054DFD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2FD41-FCAF-73EB-7685-91748A33A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BEECB-B54C-A24D-A92A-EC66BD45936E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10B764-6125-DF74-4E59-1003AE910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6C00DD-E706-2062-74AB-52B1A1AEC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43781-5661-A54C-81F0-36CE71E9F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922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719DC-6D50-8BDC-E244-CE5128064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B628F-B6CF-0AE6-B278-508CDA08D4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B2A6E1-EAFB-BF04-36A2-83E04974BD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C7FE41-3B85-0632-E317-E437D79D3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BEECB-B54C-A24D-A92A-EC66BD45936E}" type="datetimeFigureOut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6880CC-C282-7B20-E5AF-B04389A21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366FCB-E068-0D2C-D453-0ADB13912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43781-5661-A54C-81F0-36CE71E9F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128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B5025-8351-5FB9-B7B1-18F645CA3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5FB387-0707-1C0D-66E8-4A429BC40C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B4380A-38DD-362A-C49E-3FF46245E6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087DE0-2775-DD0F-F938-199A9C5FE3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ED175C-1C89-135C-C0CB-414B48202E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B607BB-12F7-1ABF-6116-10FE68DDD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BEECB-B54C-A24D-A92A-EC66BD45936E}" type="datetimeFigureOut">
              <a:rPr lang="en-US" smtClean="0"/>
              <a:t>4/2/26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FE6494-7C4A-7346-1960-DFE22F8EF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1441CA-EC0F-85E3-A184-08903AF25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43781-5661-A54C-81F0-36CE71E9F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588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6730D-6DFD-618C-1A1B-B4214C8A9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B83921-E990-A913-FDC2-C3DD79FC6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BEECB-B54C-A24D-A92A-EC66BD45936E}" type="datetimeFigureOut">
              <a:rPr lang="en-US" smtClean="0"/>
              <a:t>4/2/26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7CCF28-3D82-8234-89BC-B15EA019E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E19B9F-525F-E0B0-B7C9-CB7231599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43781-5661-A54C-81F0-36CE71E9F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972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039BD0-B842-9B6F-A31E-8850E1777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BEECB-B54C-A24D-A92A-EC66BD45936E}" type="datetimeFigureOut">
              <a:rPr lang="en-US" smtClean="0"/>
              <a:t>4/2/26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2E1764-20DF-F938-C52B-B8C344492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C782DE-F3AC-DF2D-53E6-6D5C4D161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43781-5661-A54C-81F0-36CE71E9F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750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53DFB-1687-DF41-57E2-399128D58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895D1B-FBE2-A619-4C55-2CFC405C73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D9C26B-E8E3-48FD-1C04-A0F73DEDD6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91CB36-FF10-FBE3-8249-2D2DC9600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BEECB-B54C-A24D-A92A-EC66BD45936E}" type="datetimeFigureOut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227D5E-E320-8A0E-B413-E5D61EC91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C85CC2-7A66-BF38-91A1-9001EFCF5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43781-5661-A54C-81F0-36CE71E9F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646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589B1-6331-A237-40D8-428349DB7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887052-0272-F4E8-FFC3-54EF7C61BF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B95D22-C7B9-26CA-94BF-C6F592A619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073C6A-EBE8-C64A-6063-E7F30EB22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BEECB-B54C-A24D-A92A-EC66BD45936E}" type="datetimeFigureOut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BEC635-64F9-61D1-865C-31B8CDDBF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768861-C8AA-ED88-60B5-DFB54BBE2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43781-5661-A54C-81F0-36CE71E9F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245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8B155-F17E-91B8-2155-2BAFBD962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B3DFBD-61C0-8EED-2222-87B1A3171F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DD307C-CDFA-9586-1781-F51D0411E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BEECB-B54C-A24D-A92A-EC66BD45936E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46537B-E475-6197-A80B-9D01829BB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C905D-E390-9533-9ACE-6D076142F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43781-5661-A54C-81F0-36CE71E9F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984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05F9D3-35E6-6493-88E0-F7559D0F16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4AA0D4-3D3B-8E68-7704-29A78A20D0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6B15C2-3839-718E-6D8F-3DC8316BC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BEECB-B54C-A24D-A92A-EC66BD45936E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748BBD-98CD-B1C8-449F-30A15C2E2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9D8AA2-D2CD-BC0F-D401-C7B633B1A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43781-5661-A54C-81F0-36CE71E9F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050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B44E87-F624-63C5-8FD9-5980E5C3B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E778BC-5D07-EA85-B502-7B3A034A2C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740EB3-415A-34A6-3815-1EE9D8ACCA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CBEECB-B54C-A24D-A92A-EC66BD45936E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37BF4B-F825-95B3-C74D-2C0ED83237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2E9C2C-26BF-B2DF-F162-26FE961C04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543781-5661-A54C-81F0-36CE71E9F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25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C5AF57C-BC32-517C-25A4-A20F69702DDD}"/>
              </a:ext>
            </a:extLst>
          </p:cNvPr>
          <p:cNvSpPr txBox="1"/>
          <p:nvPr/>
        </p:nvSpPr>
        <p:spPr>
          <a:xfrm>
            <a:off x="4768393" y="2868328"/>
            <a:ext cx="26552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/>
              <a:t>Disk</a:t>
            </a:r>
            <a:r>
              <a:rPr lang="zh-CN" altLang="en-US" sz="4000" dirty="0"/>
              <a:t> </a:t>
            </a:r>
            <a:r>
              <a:rPr lang="en-US" altLang="zh-CN" sz="4000" dirty="0"/>
              <a:t>lattice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487968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0329D-38CA-8A7D-A722-46075B939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5AA4A9-1139-49EE-30CE-114586A135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604" y="369331"/>
            <a:ext cx="5023413" cy="3200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0863D17-2B9E-BD5E-F28D-96769FDA2A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7501" y="360870"/>
            <a:ext cx="5023413" cy="3200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977B324-57F6-AD22-9309-B9632579A5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7500" y="3569731"/>
            <a:ext cx="5023413" cy="32004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8275B81-8599-C2B9-ED64-9BB8C1FDD1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9417" y="3569731"/>
            <a:ext cx="5023412" cy="3200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F20F2D9-5AF3-80AE-CF99-2B5EC7416759}"/>
              </a:ext>
            </a:extLst>
          </p:cNvPr>
          <p:cNvSpPr txBox="1"/>
          <p:nvPr/>
        </p:nvSpPr>
        <p:spPr>
          <a:xfrm>
            <a:off x="3803321" y="-41720"/>
            <a:ext cx="4585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Disk</a:t>
            </a:r>
            <a:r>
              <a:rPr lang="zh-CN" altLang="en-US" dirty="0"/>
              <a:t> </a:t>
            </a:r>
            <a:r>
              <a:rPr lang="en-US" dirty="0"/>
              <a:t>R=4, V=49, N=25, GCE tuned to &lt;N&gt;=25</a:t>
            </a:r>
          </a:p>
        </p:txBody>
      </p:sp>
      <p:sp>
        <p:nvSpPr>
          <p:cNvPr id="15" name="Energy per particle: E/N">
            <a:extLst>
              <a:ext uri="{FF2B5EF4-FFF2-40B4-BE49-F238E27FC236}">
                <a16:creationId xmlns:a16="http://schemas.microsoft.com/office/drawing/2014/main" id="{2DDBBAAE-3966-66D9-A30E-BA12A97F2D7E}"/>
              </a:ext>
            </a:extLst>
          </p:cNvPr>
          <p:cNvSpPr txBox="1"/>
          <p:nvPr/>
        </p:nvSpPr>
        <p:spPr>
          <a:xfrm>
            <a:off x="7419359" y="1236293"/>
            <a:ext cx="2829442" cy="3518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defRPr sz="1800"/>
            </a:lvl1pPr>
          </a:lstStyle>
          <a:p>
            <a:r>
              <a:rPr dirty="0"/>
              <a:t>Energy per particle: E/N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650109C-E7A9-0B9F-2283-EFF33BB387C7}"/>
              </a:ext>
            </a:extLst>
          </p:cNvPr>
          <p:cNvSpPr txBox="1"/>
          <p:nvPr/>
        </p:nvSpPr>
        <p:spPr>
          <a:xfrm>
            <a:off x="2146766" y="5779669"/>
            <a:ext cx="3048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C/N = -beta^2 d(E/N)/d beta</a:t>
            </a:r>
          </a:p>
        </p:txBody>
      </p:sp>
      <p:sp>
        <p:nvSpPr>
          <p:cNvPr id="18" name="Compressibility: CE [V(F(N+1)-2F(N)+F(N-1))]^-1 ; GCE beta Var(N)/V">
            <a:extLst>
              <a:ext uri="{FF2B5EF4-FFF2-40B4-BE49-F238E27FC236}">
                <a16:creationId xmlns:a16="http://schemas.microsoft.com/office/drawing/2014/main" id="{221D632F-EF9A-B1D6-28E4-1BE09C3FBEDF}"/>
              </a:ext>
            </a:extLst>
          </p:cNvPr>
          <p:cNvSpPr txBox="1"/>
          <p:nvPr/>
        </p:nvSpPr>
        <p:spPr>
          <a:xfrm>
            <a:off x="1708205" y="1830346"/>
            <a:ext cx="3273698" cy="9335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defRPr sz="1800"/>
            </a:lvl1pPr>
          </a:lstStyle>
          <a:p>
            <a:r>
              <a:rPr lang="en-US" altLang="zh-CN" dirty="0"/>
              <a:t>Compressibility</a:t>
            </a:r>
            <a:endParaRPr lang="en-US" dirty="0"/>
          </a:p>
          <a:p>
            <a:r>
              <a:rPr dirty="0"/>
              <a:t>CE [V(F(N+1)-2F(N)+F(N-1))]^-1 ; GCE beta Var(N)/V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64B7C04-E991-2866-3633-64CE636685E1}"/>
              </a:ext>
            </a:extLst>
          </p:cNvPr>
          <p:cNvSpPr txBox="1"/>
          <p:nvPr/>
        </p:nvSpPr>
        <p:spPr>
          <a:xfrm>
            <a:off x="8901363" y="5225671"/>
            <a:ext cx="29712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Entropy per particle: </a:t>
            </a:r>
          </a:p>
          <a:p>
            <a:r>
              <a:rPr lang="en-US" dirty="0"/>
              <a:t>CE (E-F)/(T N) ; </a:t>
            </a:r>
          </a:p>
          <a:p>
            <a:r>
              <a:rPr lang="en-US" dirty="0"/>
              <a:t>GCE (E-Omega-mu N)/(T N)</a:t>
            </a:r>
          </a:p>
        </p:txBody>
      </p:sp>
    </p:spTree>
    <p:extLst>
      <p:ext uri="{BB962C8B-B14F-4D97-AF65-F5344CB8AC3E}">
        <p14:creationId xmlns:p14="http://schemas.microsoft.com/office/powerpoint/2010/main" val="36766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13205-624E-C6DE-2850-D683430AE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EC114BA-59F2-479F-B30F-66775A4BEC3F}"/>
              </a:ext>
            </a:extLst>
          </p:cNvPr>
          <p:cNvSpPr txBox="1"/>
          <p:nvPr/>
        </p:nvSpPr>
        <p:spPr>
          <a:xfrm>
            <a:off x="3718362" y="0"/>
            <a:ext cx="47552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Disk</a:t>
            </a:r>
            <a:r>
              <a:rPr lang="zh-CN" altLang="en-US" dirty="0"/>
              <a:t> </a:t>
            </a:r>
            <a:r>
              <a:rPr lang="en-US" dirty="0"/>
              <a:t>R=8, V=197, N=99, GCE tuned to &lt;N&gt; =99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D21D59-0A47-DCBD-ED46-EE2D75C15C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314" y="476718"/>
            <a:ext cx="5023413" cy="32004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0AE6EC1-5C73-442E-DDDD-7339839897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4565" y="476718"/>
            <a:ext cx="5023413" cy="32004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E8E9428-C22D-2C65-1474-4ED6F65198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4566" y="3677118"/>
            <a:ext cx="5023413" cy="32004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BD450DE-86A5-C198-5D60-272937E0AE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314" y="3677118"/>
            <a:ext cx="5023413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635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5EA09-04D8-13CB-F537-8F420DF8A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C1E9B0A-86B6-98B4-F1DF-2551BDA222B6}"/>
              </a:ext>
            </a:extLst>
          </p:cNvPr>
          <p:cNvSpPr txBox="1"/>
          <p:nvPr/>
        </p:nvSpPr>
        <p:spPr>
          <a:xfrm>
            <a:off x="3556458" y="-38063"/>
            <a:ext cx="5079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Disk</a:t>
            </a:r>
            <a:r>
              <a:rPr lang="zh-CN" altLang="en-US" dirty="0"/>
              <a:t> </a:t>
            </a:r>
            <a:r>
              <a:rPr lang="en-US" dirty="0"/>
              <a:t>R=16, V=797, N=399, GCE tuned to &lt;N&gt; =399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FB18FC5-F4D7-7525-0C3B-FD677EA6AE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536" y="373246"/>
            <a:ext cx="5063924" cy="32004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CE1455F-FE01-6717-982D-0B1C959F8F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7517" y="373246"/>
            <a:ext cx="5134819" cy="32004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CD71A24-6AAA-3326-5F44-44188E41EB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8412" y="3657600"/>
            <a:ext cx="5063924" cy="32004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387E55A-A4FB-4CAE-9BD0-795A299510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536" y="3657600"/>
            <a:ext cx="5063924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990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AD94F-922B-4F82-BDF7-265D48A50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7F9A133-C78E-5ED3-491D-1091B0A3EF63}"/>
              </a:ext>
            </a:extLst>
          </p:cNvPr>
          <p:cNvSpPr txBox="1"/>
          <p:nvPr/>
        </p:nvSpPr>
        <p:spPr>
          <a:xfrm>
            <a:off x="3517986" y="0"/>
            <a:ext cx="5156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Disk</a:t>
            </a:r>
            <a:r>
              <a:rPr lang="zh-CN" altLang="en-US" dirty="0"/>
              <a:t> </a:t>
            </a:r>
            <a:r>
              <a:rPr lang="en-US" dirty="0"/>
              <a:t>R=20, V=1257, N=629, GCE tuned to &lt;N&gt;=629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0ABC255-8402-C18B-BABA-66B0C3BAA7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662" y="378059"/>
            <a:ext cx="5114563" cy="32004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8C1F0B-7079-8F10-F48A-07E530FB46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421" y="378059"/>
            <a:ext cx="5195586" cy="32004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F663181-2D02-BC53-BC56-00947841F6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0154" y="3578459"/>
            <a:ext cx="5114563" cy="32004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C5478F7-AC77-0CA7-B2D9-2EF87F27CC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662" y="3578459"/>
            <a:ext cx="5114563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393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9C23E-4D41-80CD-EE02-C10BED8F7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ADBE9F1-1923-ECFE-6BA0-EFC86C36371D}"/>
              </a:ext>
            </a:extLst>
          </p:cNvPr>
          <p:cNvSpPr txBox="1"/>
          <p:nvPr/>
        </p:nvSpPr>
        <p:spPr>
          <a:xfrm>
            <a:off x="3862528" y="2887578"/>
            <a:ext cx="432015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/>
              <a:t>Square</a:t>
            </a:r>
            <a:r>
              <a:rPr lang="zh-CN" altLang="en-US" sz="4000" dirty="0"/>
              <a:t> </a:t>
            </a:r>
            <a:r>
              <a:rPr lang="en-US" altLang="zh-CN" sz="4000" dirty="0"/>
              <a:t>lattice</a:t>
            </a:r>
            <a:r>
              <a:rPr lang="zh-CN" altLang="en-US" sz="4000" dirty="0"/>
              <a:t> </a:t>
            </a:r>
            <a:r>
              <a:rPr lang="en-US" altLang="zh-CN" sz="4000" dirty="0"/>
              <a:t>PBC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85454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12E92AA-720D-C503-EFA0-35A0A5D219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327" y="430999"/>
            <a:ext cx="5023413" cy="3200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293C903-BAD1-95E8-D99F-AA041DC1B1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1021" y="430999"/>
            <a:ext cx="5023413" cy="3200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2BD25AE-8127-C8ED-E426-9E22B20EA9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3366" y="3657600"/>
            <a:ext cx="5023413" cy="3200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848D2F0-BF72-F8E1-18EB-805236DEB2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327" y="3660275"/>
            <a:ext cx="5023413" cy="32004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5F2677C-6676-329B-267C-FF53EC6F8752}"/>
              </a:ext>
            </a:extLst>
          </p:cNvPr>
          <p:cNvSpPr txBox="1"/>
          <p:nvPr/>
        </p:nvSpPr>
        <p:spPr>
          <a:xfrm>
            <a:off x="2961932" y="0"/>
            <a:ext cx="5309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Square</a:t>
            </a:r>
            <a:r>
              <a:rPr lang="zh-CN" altLang="en-US" dirty="0"/>
              <a:t> </a:t>
            </a:r>
            <a:r>
              <a:rPr lang="en-US" altLang="zh-CN" dirty="0"/>
              <a:t>PBC</a:t>
            </a:r>
            <a:r>
              <a:rPr lang="zh-CN" altLang="en-US" dirty="0"/>
              <a:t> </a:t>
            </a:r>
            <a:r>
              <a:rPr lang="en-US" dirty="0"/>
              <a:t>L=8, V=64, N=32, GCE tuned to &lt;N&gt;=32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E1436C-1223-7FAF-6B23-853B85FC5960}"/>
              </a:ext>
            </a:extLst>
          </p:cNvPr>
          <p:cNvSpPr txBox="1"/>
          <p:nvPr/>
        </p:nvSpPr>
        <p:spPr>
          <a:xfrm>
            <a:off x="1001027" y="317635"/>
            <a:ext cx="413886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1A173F-C9AC-6F81-9DB4-F03087A44265}"/>
              </a:ext>
            </a:extLst>
          </p:cNvPr>
          <p:cNvSpPr txBox="1"/>
          <p:nvPr/>
        </p:nvSpPr>
        <p:spPr>
          <a:xfrm>
            <a:off x="6737779" y="323333"/>
            <a:ext cx="413886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BD3730-8C0D-7D14-AE41-28BDBCFFC588}"/>
              </a:ext>
            </a:extLst>
          </p:cNvPr>
          <p:cNvSpPr txBox="1"/>
          <p:nvPr/>
        </p:nvSpPr>
        <p:spPr>
          <a:xfrm>
            <a:off x="1145596" y="3552600"/>
            <a:ext cx="413886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2082F80-DAA2-7438-0330-7C1FC7F6FAFE}"/>
              </a:ext>
            </a:extLst>
          </p:cNvPr>
          <p:cNvSpPr txBox="1"/>
          <p:nvPr/>
        </p:nvSpPr>
        <p:spPr>
          <a:xfrm>
            <a:off x="6736269" y="3552609"/>
            <a:ext cx="413886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21695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C6FA096-B15B-BBF1-35C5-AA2DA28339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637" y="457200"/>
            <a:ext cx="5023413" cy="3200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52DE44-ED77-2E3D-154E-42A6E40803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8660" y="457200"/>
            <a:ext cx="5124691" cy="3200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AE5C6C7-FCA0-5863-BAF2-E687F130ED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9685" y="3657600"/>
            <a:ext cx="5043668" cy="3200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44C3DBA-FCA9-461B-5179-6C7BDB92D8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639" y="3657600"/>
            <a:ext cx="5043668" cy="32004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A20B0D8-A6A9-34F2-6540-435A698D11DE}"/>
              </a:ext>
            </a:extLst>
          </p:cNvPr>
          <p:cNvSpPr txBox="1"/>
          <p:nvPr/>
        </p:nvSpPr>
        <p:spPr>
          <a:xfrm>
            <a:off x="3133564" y="49367"/>
            <a:ext cx="5850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Square</a:t>
            </a:r>
            <a:r>
              <a:rPr lang="zh-CN" altLang="en-US" dirty="0"/>
              <a:t> </a:t>
            </a:r>
            <a:r>
              <a:rPr lang="en-US" altLang="zh-CN" dirty="0"/>
              <a:t>PBC</a:t>
            </a:r>
            <a:r>
              <a:rPr lang="zh-CN" altLang="en-US" dirty="0"/>
              <a:t> </a:t>
            </a:r>
            <a:r>
              <a:rPr lang="en-US" dirty="0"/>
              <a:t>L=16, V=256, N=128, GCE tuned to &lt;N&gt;=128</a:t>
            </a:r>
            <a:r>
              <a:rPr lang="zh-CN" altLang="en-US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94522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19BEA0B-2304-3FB3-C9A2-14FD1E7CDE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986" y="457200"/>
            <a:ext cx="5104435" cy="3200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2C9656F-3F7F-F399-20C0-670B26EF7D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9555" y="457200"/>
            <a:ext cx="5185458" cy="3200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C42AEE8-33CD-D720-537C-A130291687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580" y="3657600"/>
            <a:ext cx="5104435" cy="3200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1820C43-1853-43AF-5B88-C72FCFCD54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987" y="3657600"/>
            <a:ext cx="5104435" cy="32004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0DF11AF-688A-7000-2B39-8C4ECDC8FDB1}"/>
              </a:ext>
            </a:extLst>
          </p:cNvPr>
          <p:cNvSpPr txBox="1"/>
          <p:nvPr/>
        </p:nvSpPr>
        <p:spPr>
          <a:xfrm>
            <a:off x="3289203" y="0"/>
            <a:ext cx="5927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Square</a:t>
            </a:r>
            <a:r>
              <a:rPr lang="zh-CN" altLang="en-US" dirty="0"/>
              <a:t> </a:t>
            </a:r>
            <a:r>
              <a:rPr lang="en-US" altLang="zh-CN" dirty="0"/>
              <a:t>PBC</a:t>
            </a:r>
            <a:r>
              <a:rPr lang="zh-CN" altLang="en-US" dirty="0"/>
              <a:t> </a:t>
            </a:r>
            <a:r>
              <a:rPr lang="en-US" dirty="0"/>
              <a:t>L=32, V=1024, N=512, GCE tuned to &lt;N&gt;=512</a:t>
            </a:r>
          </a:p>
        </p:txBody>
      </p:sp>
    </p:spTree>
    <p:extLst>
      <p:ext uri="{BB962C8B-B14F-4D97-AF65-F5344CB8AC3E}">
        <p14:creationId xmlns:p14="http://schemas.microsoft.com/office/powerpoint/2010/main" val="841964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CBDE1-032E-926F-0F96-0D2D09938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FC481F5-25E7-2406-6BCC-9519AC895776}"/>
              </a:ext>
            </a:extLst>
          </p:cNvPr>
          <p:cNvSpPr txBox="1"/>
          <p:nvPr/>
        </p:nvSpPr>
        <p:spPr>
          <a:xfrm>
            <a:off x="3862528" y="2887578"/>
            <a:ext cx="439870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/>
              <a:t>Square</a:t>
            </a:r>
            <a:r>
              <a:rPr lang="zh-CN" altLang="en-US" sz="4000" dirty="0"/>
              <a:t> </a:t>
            </a:r>
            <a:r>
              <a:rPr lang="en-US" altLang="zh-CN" sz="4000" dirty="0"/>
              <a:t>lattice</a:t>
            </a:r>
            <a:r>
              <a:rPr lang="zh-CN" altLang="en-US" sz="4000" dirty="0"/>
              <a:t> </a:t>
            </a:r>
            <a:r>
              <a:rPr lang="en-US" altLang="zh-CN" sz="4000" dirty="0"/>
              <a:t>OBC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7939889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2531F-5B1E-7369-7AD1-1AD1E2A85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C137A27-0E09-2C58-CCB6-EFC9E0D54D4B}"/>
              </a:ext>
            </a:extLst>
          </p:cNvPr>
          <p:cNvSpPr txBox="1"/>
          <p:nvPr/>
        </p:nvSpPr>
        <p:spPr>
          <a:xfrm>
            <a:off x="4630695" y="3075057"/>
            <a:ext cx="29306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/>
              <a:t>Comparison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1768104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FF455-5944-15BA-BF0B-66438FC5D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46037"/>
            <a:ext cx="10515600" cy="1325563"/>
          </a:xfrm>
        </p:spPr>
        <p:txBody>
          <a:bodyPr/>
          <a:lstStyle/>
          <a:p>
            <a:r>
              <a:rPr lang="en-US" dirty="0"/>
              <a:t>Partition function for Canonical ensemble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A593B1-4495-0EF7-0435-FA947213B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711" y="1325563"/>
            <a:ext cx="9594575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2588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73619-AF50-49F5-6C0E-5B624A6EF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8F927-EF9A-C7EE-0C6D-3D1EF504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46037"/>
            <a:ext cx="10515600" cy="1325563"/>
          </a:xfrm>
        </p:spPr>
        <p:txBody>
          <a:bodyPr/>
          <a:lstStyle/>
          <a:p>
            <a:r>
              <a:rPr lang="en-US" dirty="0"/>
              <a:t>Partition function for Canonical ensemble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CFD787-5AF6-409E-E734-5DE343C084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5552" y="1270000"/>
            <a:ext cx="0" cy="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3524B0-A45C-E34E-4B56-5555688C24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6488" y="1371600"/>
            <a:ext cx="9679021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5714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D2EF3-A1E4-3DC4-FF01-B144100D8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A1D54-60E7-E2C1-D685-8F36691D7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46037"/>
            <a:ext cx="10515600" cy="1325563"/>
          </a:xfrm>
        </p:spPr>
        <p:txBody>
          <a:bodyPr/>
          <a:lstStyle/>
          <a:p>
            <a:r>
              <a:rPr lang="en-US" dirty="0"/>
              <a:t>Partition function for Canonical ensemble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10E891-7C24-788F-B57B-D7105E67C5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5552" y="1270000"/>
            <a:ext cx="0" cy="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647D913-D260-2827-2806-A76D5EA058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778" y="1641560"/>
            <a:ext cx="11090787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2154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365</TotalTime>
  <Words>240</Words>
  <Application>Microsoft Macintosh PowerPoint</Application>
  <PresentationFormat>Widescreen</PresentationFormat>
  <Paragraphs>21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Partition function for Canonical ensemble</vt:lpstr>
      <vt:lpstr>Partition function for Canonical ensemble</vt:lpstr>
      <vt:lpstr>Partition function for Canonical ensemble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Mai, Peizhi</dc:creator>
  <cp:lastModifiedBy>Mai, Peizhi</cp:lastModifiedBy>
  <cp:revision>21</cp:revision>
  <dcterms:created xsi:type="dcterms:W3CDTF">2026-03-31T20:18:08Z</dcterms:created>
  <dcterms:modified xsi:type="dcterms:W3CDTF">2026-04-02T21:34:25Z</dcterms:modified>
</cp:coreProperties>
</file>