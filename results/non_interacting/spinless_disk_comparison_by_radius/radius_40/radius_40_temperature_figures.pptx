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R=40, V=5025, N=2513, GCE tuned to &lt;N&gt;=2513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318503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318503" cy="3257737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318503" cy="3257737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318503" cy="32577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Mai, Peizhi</cp:lastModifiedBy>
  <cp:revision>1</cp:revision>
  <dcterms:created xsi:type="dcterms:W3CDTF">2013-01-27T09:14:16Z</dcterms:created>
  <dcterms:modified xsi:type="dcterms:W3CDTF">2026-04-07T14:32:12Z</dcterms:modified>
  <cp:category/>
</cp:coreProperties>
</file>